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27"/>
    <p:restoredTop sz="94687"/>
  </p:normalViewPr>
  <p:slideViewPr>
    <p:cSldViewPr snapToGrid="0">
      <p:cViewPr varScale="1">
        <p:scale>
          <a:sx n="112" d="100"/>
          <a:sy n="112" d="100"/>
        </p:scale>
        <p:origin x="4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6DCC00-4F7A-660C-0E0F-CE1A8B5953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06EC1B2-AB30-96D7-4125-296B10A50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559E07-1583-6B80-A39C-536A2C72B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7E3A9-988E-7942-BA67-BF5D16F593FA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9FD38B-4693-DF26-450F-EA9DD56C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F20E51-260F-F04E-AA41-A730E82C0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0217-9206-7B40-B9CB-3922D5EB0E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7475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F613BB-7813-C1CE-A23A-F02AA8A78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4538EC-EDE4-985E-92AD-612DE1D33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87D782-DF3C-25C3-1709-01718E546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7E3A9-988E-7942-BA67-BF5D16F593FA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26527D1-4232-E77E-47A1-56A849C61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30F219-3C90-7C3C-4C8D-ECC8B3022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0217-9206-7B40-B9CB-3922D5EB0E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0539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B5AF50-72F7-D7DE-4B79-977A9CA1F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793AF4F-0C39-DB0E-748A-129B47CC2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1DB0D8-3496-177F-CF00-B2C973701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7E3A9-988E-7942-BA67-BF5D16F593FA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75133A-D535-52AC-BB1F-3373B73A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5DBE47-3D6F-25D6-F96B-6AA1B3E98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0217-9206-7B40-B9CB-3922D5EB0E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308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57BED7-85CC-1297-7F2E-AF53950B7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020368-1210-9BDB-96D0-064D17FDD3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4F528F4-BEF2-F9FA-A442-4883CC2EC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419E7E3-29CE-DBDB-50E4-7B9B04DD8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7E3A9-988E-7942-BA67-BF5D16F593FA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46BF227-C8F7-3D00-A6C7-69ED95340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0264FFF-732A-F6EB-39D7-68A8BEBF7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0217-9206-7B40-B9CB-3922D5EB0E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5115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12C3A6-072C-7E5A-9427-D7393EC3B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CBE941F-3FB6-3D28-6926-B72E4B894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D12179A-BA26-C657-74A1-08AC5F1B7A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4CC4F7A-76C5-B385-8251-80852DA714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76DE565-2431-F730-B49A-24EA2AEE96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08D9A79-8F40-DBB8-F97A-94582FDF3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7E3A9-988E-7942-BA67-BF5D16F593FA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BCF8636-99AC-973F-55EF-A47D4A4AB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CD6E2AE-AD97-8F3B-4890-FE2F7A9DA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0217-9206-7B40-B9CB-3922D5EB0E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4643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365699-78B1-B738-E653-78703D895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C117A52-0249-BB83-3F8E-CF1F95B43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7E3A9-988E-7942-BA67-BF5D16F593FA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24C193D-4881-6406-7A4C-62E86AFEC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DAB9989-7D65-9A57-87FF-FBB7B36B4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0217-9206-7B40-B9CB-3922D5EB0E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382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A56FE41-62D6-6CAB-8A57-3EB4A128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7E3A9-988E-7942-BA67-BF5D16F593FA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04B1625-F710-650D-C809-0EE7A284D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7A174E-895E-AF83-40FA-936BAACDD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0217-9206-7B40-B9CB-3922D5EB0E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8170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4DACF-15CF-8127-E264-012353B7D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9434C5-C2C9-AC97-F2FD-94E58728D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E62B479-1094-656A-98A0-043233512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44239DA-3954-829B-5BE9-0EDB26E1B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7E3A9-988E-7942-BA67-BF5D16F593FA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505B98D-06E7-0CD2-072A-CEFDA81F9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37FD1E7-7EF7-BCF1-1ADB-AB405647A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0217-9206-7B40-B9CB-3922D5EB0E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1511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4C6119-A8EE-674E-C443-FD40DF31E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F59DBDA-4566-C43A-85E6-497261E1C0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2DFD8E-A8AD-0455-3305-C6B2D916BB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CC91C43-9F2B-2B26-B7C8-95DBF6CEE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7E3A9-988E-7942-BA67-BF5D16F593FA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24F6118-EF5D-886A-21F4-208311B4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4EED52-5E7B-F796-E489-758C46D32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0217-9206-7B40-B9CB-3922D5EB0E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1338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7B77DE-A755-71F2-8BFF-E37EC2662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AB191FC-5DCC-3B48-09FA-BAAC6C7CE9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C72E0A-32E8-EB8F-1405-E9174F713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7E3A9-988E-7942-BA67-BF5D16F593FA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046DCA-001B-31B7-1C42-CAC2357E0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BC5255-E214-5ED7-703E-5AB6A181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0217-9206-7B40-B9CB-3922D5EB0E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1142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D6937E3-0407-3CAE-2E9A-2FD0A0C1F2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CDEFB56-7C5C-9795-AD6E-D20BCA13F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3218E8-41AB-01BC-F3F9-7D0628B33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7E3A9-988E-7942-BA67-BF5D16F593FA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C66186-6086-E03D-FFDF-97679E532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6FE82A-B681-0987-1465-13E24B8E0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70217-9206-7B40-B9CB-3922D5EB0E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0485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69F86D7-6864-5531-7855-25AC5EE31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D09A23-127E-4E78-65FE-9E40092F7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30D0AB-550C-968A-B896-6ECF0F0C34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17E3A9-988E-7942-BA67-BF5D16F593FA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B3F05A-318C-91F5-6219-35E04C63F6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D95631-886E-BF59-BDAB-365A567EA6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570217-9206-7B40-B9CB-3922D5EB0E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8949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0AD20D9-1966-D96B-40C2-3488BBD5DC25}"/>
              </a:ext>
            </a:extLst>
          </p:cNvPr>
          <p:cNvSpPr/>
          <p:nvPr/>
        </p:nvSpPr>
        <p:spPr>
          <a:xfrm>
            <a:off x="2957689" y="270933"/>
            <a:ext cx="6186311" cy="632177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9381EEC-2A96-4AAF-B830-D5D47138F41C}"/>
              </a:ext>
            </a:extLst>
          </p:cNvPr>
          <p:cNvSpPr/>
          <p:nvPr/>
        </p:nvSpPr>
        <p:spPr>
          <a:xfrm>
            <a:off x="3098799" y="395111"/>
            <a:ext cx="5904089" cy="60677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EC7FAF1-A467-70A2-19A4-7071887528EF}"/>
              </a:ext>
            </a:extLst>
          </p:cNvPr>
          <p:cNvSpPr/>
          <p:nvPr/>
        </p:nvSpPr>
        <p:spPr>
          <a:xfrm>
            <a:off x="4560711" y="488244"/>
            <a:ext cx="4312356" cy="111477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A46D23E-8BCA-2C89-1A39-4E120E7AF33C}"/>
              </a:ext>
            </a:extLst>
          </p:cNvPr>
          <p:cNvSpPr/>
          <p:nvPr/>
        </p:nvSpPr>
        <p:spPr>
          <a:xfrm>
            <a:off x="3208866" y="488244"/>
            <a:ext cx="1241778" cy="58815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392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8CC4108-F546-6343-8F85-577154B4B26C}"/>
              </a:ext>
            </a:extLst>
          </p:cNvPr>
          <p:cNvSpPr txBox="1"/>
          <p:nvPr/>
        </p:nvSpPr>
        <p:spPr>
          <a:xfrm>
            <a:off x="4465320" y="3045559"/>
            <a:ext cx="7726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dirty="0" err="1">
                <a:latin typeface="MS PMincho" panose="02020600040205080304" pitchFamily="18" charset="-128"/>
                <a:ea typeface="MS PMincho" panose="02020600040205080304" pitchFamily="18" charset="-128"/>
              </a:rPr>
              <a:t>Torattoria</a:t>
            </a:r>
            <a:r>
              <a:rPr kumimoji="1" lang="en-US" altLang="ja-JP" sz="3600" dirty="0">
                <a:latin typeface="MS PMincho" panose="02020600040205080304" pitchFamily="18" charset="-128"/>
                <a:ea typeface="MS PMincho" panose="02020600040205080304" pitchFamily="18" charset="-128"/>
              </a:rPr>
              <a:t> Sola</a:t>
            </a:r>
            <a:endParaRPr kumimoji="1" lang="ja-JP" altLang="en-US" sz="3600">
              <a:latin typeface="MS PMincho" panose="02020600040205080304" pitchFamily="18" charset="-128"/>
              <a:ea typeface="MS PMincho" panose="02020600040205080304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61217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</TotalTime>
  <Words>2</Words>
  <Application>Microsoft Macintosh PowerPoint</Application>
  <PresentationFormat>ワイド画面</PresentationFormat>
  <Paragraphs>1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MS PMincho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前川　蒼大郎</dc:creator>
  <cp:lastModifiedBy>前川　蒼大郎</cp:lastModifiedBy>
  <cp:revision>3</cp:revision>
  <dcterms:created xsi:type="dcterms:W3CDTF">2025-11-19T01:34:38Z</dcterms:created>
  <dcterms:modified xsi:type="dcterms:W3CDTF">2025-11-21T18:23:38Z</dcterms:modified>
</cp:coreProperties>
</file>